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3716000" cy="8572500"/>
  <p:notesSz cx="85725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857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2026-04-22T02:58:11Z</dcterms:created>
  <dcterms:modified xsi:type="dcterms:W3CDTF">2026-04-22T02:58:11Z</dcterms:modified>
</cp:coreProperties>
</file>